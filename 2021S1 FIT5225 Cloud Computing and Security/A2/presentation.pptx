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  <p:sldMasterId id="2147483686" r:id="rId4"/>
  </p:sldMasterIdLst>
  <p:notesMasterIdLst>
    <p:notesMasterId r:id="rId9"/>
  </p:notesMasterIdLst>
  <p:sldIdLst>
    <p:sldId id="256" r:id="rId5"/>
    <p:sldId id="263" r:id="rId6"/>
    <p:sldId id="264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975BD-2C09-4FF6-ABF5-AD37976948E9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8F232-2377-4CB2-A3E7-857CDD05F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3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5733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5F39-9A73-4225-98F8-B71C95FEB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96885-10C0-4494-A2A3-6DD6E5F3F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2BF0-538A-480C-AE3E-B93BC620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D2FE3-2BA3-4C31-967D-C1B2DC6FC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7D56C-FA08-40AE-BD7F-8C29D814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1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F3F5-1F50-4414-952F-8312DABA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6C37C-12CB-4247-A5D5-93CC2A671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ADA97-794A-415D-B5C9-84897622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4E4CB-00FB-4488-91BB-724BFD43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18BAB-1D47-4C55-BB6B-2C84A06D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2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B8F12-022F-44A7-8142-FBDD1E89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2EC94-1273-4E9D-AAE5-5BB5B5150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C06B-FB0A-4D26-B825-8A486A60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F72E7-63AD-4205-8610-92000AD6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80915-0B96-4C96-99E7-9D528983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2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7F3E-A596-4C42-985C-4F6294E9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F26CE-F1BF-4593-84DA-1A1FEC0F5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973EF-A726-472A-9A6F-B4D2C4E08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B68C2-5333-4F3F-86D6-356E289A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B0454-1376-4820-915E-4107F53D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1F3B8-0517-4397-A155-77A656BB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0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7B44-1A06-4C37-95CA-F516EC9DB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BBB7E-F387-47B0-8739-425E6AE25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0BE45-3FA8-4B79-9AD3-66218ED68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A7DE96-EC27-497C-A0C0-E0D86C937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C126FE-3DDA-4A8F-A2F1-226FBAE6D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969FB-520D-4825-8595-302B7B10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42196-AF67-470D-8DCE-4E414BFB8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CE348-4E4E-4B60-ADF0-7AA189CC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1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8B8A-6650-41A5-ACA2-FB160170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A8BA0-C2F9-4B41-9939-29183574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2FC32-FFE8-48E5-B9FE-8E3DA9FD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16E2D-E919-4458-AA09-4428A6BD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2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6894E-DEDB-46B5-87D9-950BDD70A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27DE95-0CB5-4B05-8DFB-1FA3C4EC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D5A5B-F671-44AC-804D-0FF49FC5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9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301C-8D33-4BA7-BC7F-4AAFDD9C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010C-1E87-4A6D-A102-68CA862B0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F8E30-EF75-4D45-8546-4B9A4F341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93871-C02F-41BE-A76B-F098521B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52597-8787-4EE5-A4E3-E8444A38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4FCCD-BAFD-46BB-A794-B178C555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5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A281-25F8-4463-9C56-59BF2AE88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49A76-64DA-46C3-BF47-CAB5D72F4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6E45-07A6-4E32-AF0D-AC41FD969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6454A-3503-474D-AC32-2BC3C29F6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DB385-0472-4EB6-962A-9114552F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0735D-E5C0-4D10-94A4-2CA293C8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2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C19A-15D3-46B7-801D-0A9272B2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D0568-5431-47FB-9E76-53621CDEC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F8D1-C17B-4702-8499-43A481D4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031D6-67FE-456F-B571-BD009434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784C0-856E-428F-BB68-CCAEA734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3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CB6B5C-2DE8-4939-9152-253329236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36779-1561-4943-BBF0-FC943129C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144D4-3911-4DEF-8F7E-32E939F6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D4C57-2E01-4616-99BF-09158EB8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9BD69-25BF-4CC7-8648-E5B3FF4A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17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3612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06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61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itle, 2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7623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5308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Centered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111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itle, 2 Content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4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body" idx="2"/>
          </p:nvPr>
        </p:nvSpPr>
        <p:spPr>
          <a:xfrm>
            <a:off x="47856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body" idx="3"/>
          </p:nvPr>
        </p:nvSpPr>
        <p:spPr>
          <a:xfrm>
            <a:off x="610128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0718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Title Content and 2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body" idx="3"/>
          </p:nvPr>
        </p:nvSpPr>
        <p:spPr>
          <a:xfrm>
            <a:off x="610128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40965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itle, 2 Content over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3"/>
          </p:nvPr>
        </p:nvSpPr>
        <p:spPr>
          <a:xfrm>
            <a:off x="478560" y="396432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990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Title, Content over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2"/>
          </p:nvPr>
        </p:nvSpPr>
        <p:spPr>
          <a:xfrm>
            <a:off x="478560" y="396432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2914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Title, 4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body" idx="3"/>
          </p:nvPr>
        </p:nvSpPr>
        <p:spPr>
          <a:xfrm>
            <a:off x="610128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body" idx="4"/>
          </p:nvPr>
        </p:nvSpPr>
        <p:spPr>
          <a:xfrm>
            <a:off x="47856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3559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2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pic>
        <p:nvPicPr>
          <p:cNvPr id="53" name="Google Shape;5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83040" y="1599840"/>
            <a:ext cx="7562400" cy="452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83040" y="1599840"/>
            <a:ext cx="7562400" cy="4525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862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3483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 Slid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3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63"/>
          <p:cNvSpPr txBox="1">
            <a:spLocks noGrp="1"/>
          </p:cNvSpPr>
          <p:nvPr>
            <p:ph type="subTitle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972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4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6" name="Google Shape;116;p64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7297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itle, 2 Conten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5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9" name="Google Shape;119;p65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0" name="Google Shape;120;p65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6216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6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03845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Centered 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7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959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itle, 2 Content and Conte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8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7" name="Google Shape;127;p68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8" name="Google Shape;128;p68"/>
          <p:cNvSpPr txBox="1">
            <a:spLocks noGrp="1"/>
          </p:cNvSpPr>
          <p:nvPr>
            <p:ph type="body" idx="2"/>
          </p:nvPr>
        </p:nvSpPr>
        <p:spPr>
          <a:xfrm>
            <a:off x="47856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9" name="Google Shape;129;p68"/>
          <p:cNvSpPr txBox="1">
            <a:spLocks noGrp="1"/>
          </p:cNvSpPr>
          <p:nvPr>
            <p:ph type="body" idx="3"/>
          </p:nvPr>
        </p:nvSpPr>
        <p:spPr>
          <a:xfrm>
            <a:off x="610128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87303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Title Content and 2 Conten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9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2" name="Google Shape;132;p69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3" name="Google Shape;133;p69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4" name="Google Shape;134;p69"/>
          <p:cNvSpPr txBox="1">
            <a:spLocks noGrp="1"/>
          </p:cNvSpPr>
          <p:nvPr>
            <p:ph type="body" idx="3"/>
          </p:nvPr>
        </p:nvSpPr>
        <p:spPr>
          <a:xfrm>
            <a:off x="610128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7097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itle, 2 Content over Conte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0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7" name="Google Shape;137;p70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8" name="Google Shape;138;p70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9" name="Google Shape;139;p70"/>
          <p:cNvSpPr txBox="1">
            <a:spLocks noGrp="1"/>
          </p:cNvSpPr>
          <p:nvPr>
            <p:ph type="body" idx="3"/>
          </p:nvPr>
        </p:nvSpPr>
        <p:spPr>
          <a:xfrm>
            <a:off x="478560" y="396432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7601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Title, Content over Conten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2" name="Google Shape;142;p71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3" name="Google Shape;143;p71"/>
          <p:cNvSpPr txBox="1">
            <a:spLocks noGrp="1"/>
          </p:cNvSpPr>
          <p:nvPr>
            <p:ph type="body" idx="2"/>
          </p:nvPr>
        </p:nvSpPr>
        <p:spPr>
          <a:xfrm>
            <a:off x="478560" y="396432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1206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Title, 4 Conten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2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6" name="Google Shape;146;p72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7" name="Google Shape;147;p72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8" name="Google Shape;148;p72"/>
          <p:cNvSpPr txBox="1">
            <a:spLocks noGrp="1"/>
          </p:cNvSpPr>
          <p:nvPr>
            <p:ph type="body" idx="3"/>
          </p:nvPr>
        </p:nvSpPr>
        <p:spPr>
          <a:xfrm>
            <a:off x="610128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9" name="Google Shape;149;p72"/>
          <p:cNvSpPr txBox="1">
            <a:spLocks noGrp="1"/>
          </p:cNvSpPr>
          <p:nvPr>
            <p:ph type="body" idx="4"/>
          </p:nvPr>
        </p:nvSpPr>
        <p:spPr>
          <a:xfrm>
            <a:off x="47856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1133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3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2" name="Google Shape;152;p73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3" name="Google Shape;153;p73"/>
          <p:cNvSpPr txBox="1">
            <a:spLocks noGrp="1"/>
          </p:cNvSpPr>
          <p:nvPr>
            <p:ph type="body" idx="2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pic>
        <p:nvPicPr>
          <p:cNvPr id="154" name="Google Shape;154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83040" y="1599840"/>
            <a:ext cx="7562400" cy="452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83040" y="1599840"/>
            <a:ext cx="7562400" cy="4525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83998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2004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 Slid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subTitle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50124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3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53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62381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itle, 2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4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9" name="Google Shape;69;p54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0" name="Google Shape;70;p54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59118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50405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Centered 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6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4226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itle, 2 Content and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7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57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8" name="Google Shape;78;p57"/>
          <p:cNvSpPr txBox="1">
            <a:spLocks noGrp="1"/>
          </p:cNvSpPr>
          <p:nvPr>
            <p:ph type="body" idx="2"/>
          </p:nvPr>
        </p:nvSpPr>
        <p:spPr>
          <a:xfrm>
            <a:off x="47856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9" name="Google Shape;79;p57"/>
          <p:cNvSpPr txBox="1">
            <a:spLocks noGrp="1"/>
          </p:cNvSpPr>
          <p:nvPr>
            <p:ph type="body" idx="3"/>
          </p:nvPr>
        </p:nvSpPr>
        <p:spPr>
          <a:xfrm>
            <a:off x="610128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1106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Title Content and 2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8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2" name="Google Shape;82;p58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3" name="Google Shape;83;p58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4" name="Google Shape;84;p58"/>
          <p:cNvSpPr txBox="1">
            <a:spLocks noGrp="1"/>
          </p:cNvSpPr>
          <p:nvPr>
            <p:ph type="body" idx="3"/>
          </p:nvPr>
        </p:nvSpPr>
        <p:spPr>
          <a:xfrm>
            <a:off x="610128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52131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itle, 2 Content over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9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7" name="Google Shape;87;p59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8" name="Google Shape;88;p59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9" name="Google Shape;89;p59"/>
          <p:cNvSpPr txBox="1">
            <a:spLocks noGrp="1"/>
          </p:cNvSpPr>
          <p:nvPr>
            <p:ph type="body" idx="3"/>
          </p:nvPr>
        </p:nvSpPr>
        <p:spPr>
          <a:xfrm>
            <a:off x="478560" y="396432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26931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Title, Content over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0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2" name="Google Shape;92;p60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3" name="Google Shape;93;p60"/>
          <p:cNvSpPr txBox="1">
            <a:spLocks noGrp="1"/>
          </p:cNvSpPr>
          <p:nvPr>
            <p:ph type="body" idx="2"/>
          </p:nvPr>
        </p:nvSpPr>
        <p:spPr>
          <a:xfrm>
            <a:off x="478560" y="3964320"/>
            <a:ext cx="1097232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92973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Title, 4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6" name="Google Shape;96;p61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7" name="Google Shape;97;p61"/>
          <p:cNvSpPr txBox="1">
            <a:spLocks noGrp="1"/>
          </p:cNvSpPr>
          <p:nvPr>
            <p:ph type="body" idx="2"/>
          </p:nvPr>
        </p:nvSpPr>
        <p:spPr>
          <a:xfrm>
            <a:off x="6101280" y="160020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8" name="Google Shape;98;p61"/>
          <p:cNvSpPr txBox="1">
            <a:spLocks noGrp="1"/>
          </p:cNvSpPr>
          <p:nvPr>
            <p:ph type="body" idx="3"/>
          </p:nvPr>
        </p:nvSpPr>
        <p:spPr>
          <a:xfrm>
            <a:off x="610128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9" name="Google Shape;99;p61"/>
          <p:cNvSpPr txBox="1">
            <a:spLocks noGrp="1"/>
          </p:cNvSpPr>
          <p:nvPr>
            <p:ph type="body" idx="4"/>
          </p:nvPr>
        </p:nvSpPr>
        <p:spPr>
          <a:xfrm>
            <a:off x="478560" y="3964320"/>
            <a:ext cx="53544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5712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2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2" name="Google Shape;102;p62"/>
          <p:cNvSpPr txBox="1">
            <a:spLocks noGrp="1"/>
          </p:cNvSpPr>
          <p:nvPr>
            <p:ph type="body" idx="1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3" name="Google Shape;103;p62"/>
          <p:cNvSpPr txBox="1">
            <a:spLocks noGrp="1"/>
          </p:cNvSpPr>
          <p:nvPr>
            <p:ph type="body" idx="2"/>
          </p:nvPr>
        </p:nvSpPr>
        <p:spPr>
          <a:xfrm>
            <a:off x="478560" y="1600200"/>
            <a:ext cx="1097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pic>
        <p:nvPicPr>
          <p:cNvPr id="104" name="Google Shape;104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83040" y="1599840"/>
            <a:ext cx="7562400" cy="452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83040" y="1599840"/>
            <a:ext cx="7562400" cy="4525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23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4A7867-137B-400A-9ADE-15A05673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E7E64-54E9-49A5-8FA9-9760C689C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E105F-3B0B-4F4A-BF12-E1C865ADD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00A83-080B-4B81-AECD-119C77C884DC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13310-915F-4144-A58A-F8FCDEFA7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E1AF7-51F3-43FE-B28A-1EC6823FF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6A745-7A6B-4B51-90B2-FDFF85131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7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152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7"/>
          <p:cNvSpPr txBox="1">
            <a:spLocks noGrp="1"/>
          </p:cNvSpPr>
          <p:nvPr>
            <p:ph type="title"/>
          </p:nvPr>
        </p:nvSpPr>
        <p:spPr>
          <a:xfrm>
            <a:off x="365760" y="2130480"/>
            <a:ext cx="7135680" cy="146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17504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152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77760" y="2362680"/>
            <a:ext cx="7325280" cy="146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76597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152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title"/>
          </p:nvPr>
        </p:nvSpPr>
        <p:spPr>
          <a:xfrm>
            <a:off x="609600" y="141840"/>
            <a:ext cx="10972320" cy="51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1"/>
          </p:nvPr>
        </p:nvSpPr>
        <p:spPr>
          <a:xfrm>
            <a:off x="609600" y="1231200"/>
            <a:ext cx="110923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5436000" y="6356520"/>
            <a:ext cx="13200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US" sz="24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t>‹#›</a:t>
            </a:fld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82157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3detection2for1assignment.auth.us-east-1.amazoncognito.com/login?client_id=3rntv25lge865d1njcqsutssem&amp;response_type=token&amp;scope=aws.cognito.signin.user.admin+email+openid+profile&amp;redirect_uri=https://yv3pcqir0a.execute-api.us-east-1.amazonaws.com/ImageDetection/mainpag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/>
          <p:nvPr/>
        </p:nvSpPr>
        <p:spPr>
          <a:xfrm>
            <a:off x="884661" y="3664198"/>
            <a:ext cx="5931710" cy="22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Clr>
                <a:srgbClr val="000000"/>
              </a:buClr>
              <a:buSzPts val="3200"/>
            </a:pPr>
            <a:endParaRPr sz="17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3200"/>
            </a:pPr>
            <a:r>
              <a:rPr lang="en-US" sz="17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Team 4</a:t>
            </a:r>
          </a:p>
          <a:p>
            <a:pPr algn="ctr">
              <a:buClr>
                <a:srgbClr val="000000"/>
              </a:buClr>
              <a:buSzPts val="3200"/>
            </a:pPr>
            <a:endParaRPr sz="17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3200"/>
            </a:pPr>
            <a:r>
              <a:rPr lang="en-US" sz="17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Siyu</a:t>
            </a:r>
            <a:r>
              <a:rPr lang="en-US" sz="17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Chen(Team Leader)</a:t>
            </a:r>
          </a:p>
          <a:p>
            <a:pPr algn="ctr">
              <a:buClr>
                <a:srgbClr val="000000"/>
              </a:buClr>
              <a:buSzPts val="3200"/>
            </a:pPr>
            <a:r>
              <a:rPr lang="en-US" sz="17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Xiaohui Ding</a:t>
            </a:r>
          </a:p>
          <a:p>
            <a:pPr algn="ctr">
              <a:buClr>
                <a:srgbClr val="000000"/>
              </a:buClr>
              <a:buSzPts val="3200"/>
            </a:pPr>
            <a:r>
              <a:rPr lang="en-US" sz="17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Hantao</a:t>
            </a:r>
            <a:r>
              <a:rPr lang="en-US" sz="17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Chen</a:t>
            </a:r>
          </a:p>
          <a:p>
            <a:pPr algn="ctr">
              <a:buClr>
                <a:srgbClr val="000000"/>
              </a:buClr>
              <a:buSzPts val="3200"/>
            </a:pPr>
            <a:r>
              <a:rPr lang="en-US" sz="17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An-</a:t>
            </a:r>
            <a:r>
              <a:rPr lang="en-US" sz="1700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Chieh</a:t>
            </a:r>
            <a:r>
              <a:rPr lang="en-US" sz="17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Chang</a:t>
            </a:r>
            <a:endParaRPr sz="17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100"/>
            </a:pPr>
            <a:endParaRPr sz="17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3200"/>
            </a:pPr>
            <a:endParaRPr sz="17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5993598" y="168608"/>
            <a:ext cx="1645546" cy="1273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0000" bIns="0" anchor="t" anchorCtr="0">
            <a:noAutofit/>
          </a:bodyPr>
          <a:lstStyle/>
          <a:p>
            <a:pPr algn="r">
              <a:buClr>
                <a:srgbClr val="000000"/>
              </a:buClr>
              <a:buSzPts val="1850"/>
            </a:pPr>
            <a:r>
              <a:rPr lang="en-US" sz="1850" kern="0" dirty="0">
                <a:solidFill>
                  <a:srgbClr val="006DAE"/>
                </a:solidFill>
                <a:latin typeface="Arial Narrow"/>
                <a:ea typeface="Arial Narrow"/>
                <a:cs typeface="Arial Narrow"/>
                <a:sym typeface="Arial Narrow"/>
              </a:rPr>
              <a:t>MONASH</a:t>
            </a:r>
            <a:br>
              <a:rPr lang="en-US" sz="1850" kern="0" baseline="3000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lang="en-US" sz="1850" kern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FIT5225 </a:t>
            </a:r>
          </a:p>
          <a:p>
            <a:pPr algn="r">
              <a:buClr>
                <a:srgbClr val="000000"/>
              </a:buClr>
              <a:buSzPts val="1850"/>
            </a:pPr>
            <a:r>
              <a:rPr lang="en-US" sz="1850" kern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Cloud Computing and Security</a:t>
            </a:r>
            <a:endParaRPr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786BB-E76B-4604-86A4-E8A16F513931}"/>
              </a:ext>
            </a:extLst>
          </p:cNvPr>
          <p:cNvSpPr txBox="1"/>
          <p:nvPr/>
        </p:nvSpPr>
        <p:spPr>
          <a:xfrm>
            <a:off x="549384" y="2523982"/>
            <a:ext cx="8208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 err="1"/>
              <a:t>TagTag</a:t>
            </a:r>
            <a:r>
              <a:rPr lang="en-CA" sz="2400" b="1" dirty="0"/>
              <a:t>: A Modern Image Storage on the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/>
          <p:nvPr/>
        </p:nvSpPr>
        <p:spPr>
          <a:xfrm>
            <a:off x="541099" y="2621239"/>
            <a:ext cx="7212713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 link:</a:t>
            </a:r>
          </a:p>
          <a:p>
            <a:pPr>
              <a:buClr>
                <a:srgbClr val="000000"/>
              </a:buClr>
              <a:buSzPts val="1800"/>
            </a:pPr>
            <a:endParaRPr lang="en-US"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0000"/>
              </a:buClr>
              <a:buSzPts val="1800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image3detection2for1assignment.auth.us-east-1.amazoncognito.com/login?client_id=3rntv25lge865d1njcqsutssem&amp;response_type=token&amp;scope=aws.cognito.signin.user.admin+email+openid+profile&amp;redirect_uri=https://yv3pcqir0a.execute-api.us-east-1.amazonaws.com/ImageDetection/mainpage </a:t>
            </a: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/>
          <p:nvPr/>
        </p:nvSpPr>
        <p:spPr>
          <a:xfrm>
            <a:off x="541100" y="2524595"/>
            <a:ext cx="7212713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3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Interface</a:t>
            </a:r>
          </a:p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3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Authentication and Authorization</a:t>
            </a:r>
          </a:p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3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Features Part 1</a:t>
            </a:r>
          </a:p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36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Core Features Part 2</a:t>
            </a:r>
          </a:p>
        </p:txBody>
      </p:sp>
    </p:spTree>
    <p:extLst>
      <p:ext uri="{BB962C8B-B14F-4D97-AF65-F5344CB8AC3E}">
        <p14:creationId xmlns:p14="http://schemas.microsoft.com/office/powerpoint/2010/main" val="178046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4B7A1B-5BDE-47BF-855A-7819D530D430}"/>
              </a:ext>
            </a:extLst>
          </p:cNvPr>
          <p:cNvSpPr txBox="1"/>
          <p:nvPr/>
        </p:nvSpPr>
        <p:spPr>
          <a:xfrm>
            <a:off x="252761" y="8668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User Interface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3454C-D0CC-4F2E-AE74-25D5CE938996}"/>
              </a:ext>
            </a:extLst>
          </p:cNvPr>
          <p:cNvSpPr txBox="1"/>
          <p:nvPr/>
        </p:nvSpPr>
        <p:spPr>
          <a:xfrm>
            <a:off x="475783" y="1447943"/>
            <a:ext cx="80288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</a:p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Front-end code</a:t>
            </a:r>
          </a:p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Front-end with Authorizer</a:t>
            </a:r>
          </a:p>
          <a:p>
            <a:pPr marL="1028700" lvl="1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protect Page API through Authorizer</a:t>
            </a:r>
          </a:p>
          <a:p>
            <a:pPr marL="1028700" lvl="1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protect Features API through Authorizer</a:t>
            </a:r>
          </a:p>
          <a:p>
            <a:pPr marL="571500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Challenges with Solutions</a:t>
            </a:r>
          </a:p>
          <a:p>
            <a:pPr marL="1028700" lvl="1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Obtaining access token</a:t>
            </a:r>
          </a:p>
          <a:p>
            <a:pPr marL="1028700" lvl="1" indent="-571500">
              <a:buClr>
                <a:srgbClr val="000000"/>
              </a:buClr>
              <a:buSzPts val="1800"/>
              <a:buFontTx/>
              <a:buChar char="-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Exception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139</Words>
  <Application>Microsoft Office PowerPoint</Application>
  <PresentationFormat>Widescreen</PresentationFormat>
  <Paragraphs>26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Narrow</vt:lpstr>
      <vt:lpstr>Calibri</vt:lpstr>
      <vt:lpstr>Calibri Light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Xiaohui Ding</dc:creator>
  <cp:lastModifiedBy>Xiaohui Ding</cp:lastModifiedBy>
  <cp:revision>6</cp:revision>
  <dcterms:created xsi:type="dcterms:W3CDTF">2021-06-07T13:07:32Z</dcterms:created>
  <dcterms:modified xsi:type="dcterms:W3CDTF">2021-06-07T16:17:56Z</dcterms:modified>
</cp:coreProperties>
</file>